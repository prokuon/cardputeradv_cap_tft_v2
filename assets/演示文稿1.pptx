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4A16"/>
    <a:srgbClr val="728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07" autoAdjust="0"/>
    <p:restoredTop sz="96854" autoAdjust="0"/>
  </p:normalViewPr>
  <p:slideViewPr>
    <p:cSldViewPr snapToGrid="0">
      <p:cViewPr varScale="1">
        <p:scale>
          <a:sx n="133" d="100"/>
          <a:sy n="133" d="100"/>
        </p:scale>
        <p:origin x="106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256170-AE6E-44EA-808E-D075F48BAF16}" type="datetimeFigureOut">
              <a:rPr lang="zh-CN" altLang="en-US" smtClean="0"/>
              <a:t>2026/08/29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F5A0E-65BB-4F30-883C-148A952833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252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F5A0E-65BB-4F30-883C-148A9528332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584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3D78A-5F73-013C-ADCD-8E3F8ECEF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356591-2730-3635-102E-A37F56F7DE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4C5507-E336-773D-A512-D66198747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87487-A1F8-47AA-83A6-0AAB26EE6FE4}" type="datetimeFigureOut">
              <a:rPr lang="zh-CN" altLang="en-US" smtClean="0"/>
              <a:t>2026/08/29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BA3405-A777-332A-4715-196629F26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6CCA0B-EA0E-00C0-4947-B359FC33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668B-0114-4CCF-BE8D-70C9F0C2F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902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770F8-4570-5931-5525-1973B916F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87866C-45F1-B8D0-C6C4-8424C758C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3F872C-12DF-F1F8-DC6F-F69B8E7C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87487-A1F8-47AA-83A6-0AAB26EE6FE4}" type="datetimeFigureOut">
              <a:rPr lang="zh-CN" altLang="en-US" smtClean="0"/>
              <a:t>2026/08/29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8A060B-3D03-87B9-D0CD-B060C74CB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46DFDB-5503-BB10-CEF9-34BD672F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668B-0114-4CCF-BE8D-70C9F0C2F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80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F8A54-BFAE-0293-DFB2-BE1AE12FE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F21014-852C-34AB-D120-58FCE15E7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75E336-DFFD-4109-3D09-8E3E6E5A5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87487-A1F8-47AA-83A6-0AAB26EE6FE4}" type="datetimeFigureOut">
              <a:rPr lang="zh-CN" altLang="en-US" smtClean="0"/>
              <a:t>2026/08/29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3DC92B-F79F-9E7E-E2E8-9B6AB2964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7BD67B-7C40-CF60-BE52-4D9BD8258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668B-0114-4CCF-BE8D-70C9F0C2F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394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56331-37B1-96FB-DD80-15C4BE9EB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0B8994-268A-80C7-C1BB-25302FE39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54C9F9-2F79-8776-5DEE-9FDC0BF7C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1A2986-139D-C720-0A61-832E44414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87487-A1F8-47AA-83A6-0AAB26EE6FE4}" type="datetimeFigureOut">
              <a:rPr lang="zh-CN" altLang="en-US" smtClean="0"/>
              <a:t>2026/08/29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233BFE-E590-4EDE-FE1A-AA994595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27EED0-0123-4F7A-DC75-003680561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668B-0114-4CCF-BE8D-70C9F0C2F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448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1B665F-FA38-C952-92A9-7A102F328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574247-499C-7E5D-32B6-7322C6DFC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D9A7EE-78D4-FE29-5399-082B7677E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7BF190-BD05-4570-0BAF-F829988C1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94E195-19A1-E827-286E-AEA5297122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B23D96-1187-C4ED-4DA8-9FFFF51F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87487-A1F8-47AA-83A6-0AAB26EE6FE4}" type="datetimeFigureOut">
              <a:rPr lang="zh-CN" altLang="en-US" smtClean="0"/>
              <a:t>2026/08/29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E66296C-B148-ACF9-1382-25B2FA2E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E517E4-0FC9-59A6-E55B-8700AC6D9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668B-0114-4CCF-BE8D-70C9F0C2F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1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E5788-1C9C-E3C2-3A07-CD7BF3869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6F8E85-8435-FC8A-7DAE-7BAF4822D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87487-A1F8-47AA-83A6-0AAB26EE6FE4}" type="datetimeFigureOut">
              <a:rPr lang="zh-CN" altLang="en-US" smtClean="0"/>
              <a:t>2026/08/29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77E465-ACB9-02CD-2AE5-A81F12EDC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81435B-E883-529D-DAC1-2710E98A9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668B-0114-4CCF-BE8D-70C9F0C2F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266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88112FE-550A-78FB-B9B0-7BC2CA6B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87487-A1F8-47AA-83A6-0AAB26EE6FE4}" type="datetimeFigureOut">
              <a:rPr lang="zh-CN" altLang="en-US" smtClean="0"/>
              <a:t>2026/08/29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8BD5D2-069D-67A0-019D-DF623A2D9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330A1F-2C20-4F8F-D83F-34A7C4452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668B-0114-4CCF-BE8D-70C9F0C2F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535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880052-C8DF-1C69-9220-7D384667E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E57957-BFFE-E7C0-4E5A-1A33549D9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5657A0-83FE-135E-9BA3-52795EF7E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66850D-A3F6-26D8-A02A-B73BE74E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87487-A1F8-47AA-83A6-0AAB26EE6FE4}" type="datetimeFigureOut">
              <a:rPr lang="zh-CN" altLang="en-US" smtClean="0"/>
              <a:t>2026/08/29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15CE78-E8CA-6093-B8AE-A0E4B825D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9AE957-543F-A830-49A5-7E5EC173C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668B-0114-4CCF-BE8D-70C9F0C2F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610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6773D5-65C4-59BC-AD1D-C3EA85F7A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CA7A1D-508A-BC80-C435-6F7712D920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75F5E5-F12F-1FB3-5458-020415884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7BAF3E-547D-4CC5-DF21-411AA690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87487-A1F8-47AA-83A6-0AAB26EE6FE4}" type="datetimeFigureOut">
              <a:rPr lang="zh-CN" altLang="en-US" smtClean="0"/>
              <a:t>2026/08/29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FF959D-B5E6-C92A-17EC-8573FB704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AFA40C-4223-3CBD-45D6-EA8F2465C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668B-0114-4CCF-BE8D-70C9F0C2F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27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C2A46F-C61E-63DB-0304-C4CD4A4CD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CD568B-C094-BD3F-8AE7-6B0ADE5BB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9FCB55-0BF2-1DAD-C4A5-8450ECF87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87487-A1F8-47AA-83A6-0AAB26EE6FE4}" type="datetimeFigureOut">
              <a:rPr lang="zh-CN" altLang="en-US" smtClean="0"/>
              <a:t>2026/08/29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D7761D-D156-A366-FE93-D71B0A79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90FBA5-5EE1-4E78-C1A8-2DB0CFA2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668B-0114-4CCF-BE8D-70C9F0C2F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837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F160F9-88AB-8C56-D2A4-11693AD82A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9155DB-F2A0-8D78-3BEA-3406ECFF2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24321-EE42-8B9F-FCDF-96CC07A5A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87487-A1F8-47AA-83A6-0AAB26EE6FE4}" type="datetimeFigureOut">
              <a:rPr lang="zh-CN" altLang="en-US" smtClean="0"/>
              <a:t>2026/08/29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E2E33B-E9AE-DFDB-340E-BCF1A96F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25DAEF-C5AC-B833-86DE-583EE49BA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668B-0114-4CCF-BE8D-70C9F0C2F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85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6D87CE-831E-A4A9-DC54-A681A259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BCAE30-088A-9719-BA3D-EB59AC9D5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F6CF3D-7BC4-9F4E-AF1C-A482157E42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87487-A1F8-47AA-83A6-0AAB26EE6FE4}" type="datetimeFigureOut">
              <a:rPr lang="zh-CN" altLang="en-US" smtClean="0"/>
              <a:t>2026/08/29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739223-7EAC-49C2-2E7B-1617FD9D3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5123B5-1541-858B-B53F-63B7CB72D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0668B-0114-4CCF-BE8D-70C9F0C2F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8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9957581-CEFF-4A42-6705-A54CA2ED5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9" y="-30482"/>
            <a:ext cx="9144000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6BA8972-A950-2E13-B334-4D8BABE2E363}"/>
              </a:ext>
            </a:extLst>
          </p:cNvPr>
          <p:cNvSpPr txBox="1"/>
          <p:nvPr/>
        </p:nvSpPr>
        <p:spPr>
          <a:xfrm>
            <a:off x="4179669" y="2687433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DF4A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200" dirty="0">
              <a:solidFill>
                <a:srgbClr val="DF4A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A7C50E-B456-DED3-5B12-3739A5F0C7BB}"/>
              </a:ext>
            </a:extLst>
          </p:cNvPr>
          <p:cNvSpPr txBox="1"/>
          <p:nvPr/>
        </p:nvSpPr>
        <p:spPr>
          <a:xfrm>
            <a:off x="6636866" y="2662199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DF4A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200" dirty="0">
              <a:solidFill>
                <a:srgbClr val="DF4A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FA410F-88C1-75AD-FBE7-D0B09A60D0BB}"/>
              </a:ext>
            </a:extLst>
          </p:cNvPr>
          <p:cNvSpPr txBox="1"/>
          <p:nvPr/>
        </p:nvSpPr>
        <p:spPr>
          <a:xfrm>
            <a:off x="7394539" y="2662198"/>
            <a:ext cx="425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DF4A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200" dirty="0">
              <a:solidFill>
                <a:srgbClr val="DF4A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03B608-FBCE-B071-A000-ED8100DFDCE9}"/>
              </a:ext>
            </a:extLst>
          </p:cNvPr>
          <p:cNvSpPr txBox="1"/>
          <p:nvPr/>
        </p:nvSpPr>
        <p:spPr>
          <a:xfrm>
            <a:off x="8152212" y="2369810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DF4A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3200" dirty="0">
              <a:solidFill>
                <a:srgbClr val="DF4A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C8E94F-AD95-9EB9-371D-1D6B3178D326}"/>
              </a:ext>
            </a:extLst>
          </p:cNvPr>
          <p:cNvSpPr txBox="1"/>
          <p:nvPr/>
        </p:nvSpPr>
        <p:spPr>
          <a:xfrm>
            <a:off x="9031269" y="2369809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DF4A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3200" dirty="0">
              <a:solidFill>
                <a:srgbClr val="DF4A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46E59D-27E5-C525-9C1F-694C91007BF8}"/>
              </a:ext>
            </a:extLst>
          </p:cNvPr>
          <p:cNvSpPr txBox="1"/>
          <p:nvPr/>
        </p:nvSpPr>
        <p:spPr>
          <a:xfrm>
            <a:off x="4179669" y="3867695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DF4A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3200" dirty="0">
              <a:solidFill>
                <a:srgbClr val="DF4A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61CF3F-CA29-B11B-DAD6-DAFACA6F4190}"/>
              </a:ext>
            </a:extLst>
          </p:cNvPr>
          <p:cNvSpPr txBox="1"/>
          <p:nvPr/>
        </p:nvSpPr>
        <p:spPr>
          <a:xfrm>
            <a:off x="7669360" y="4160083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DF4A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3200" dirty="0">
              <a:solidFill>
                <a:srgbClr val="DF4A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BFB240-7912-F120-5EC8-963EAAEF9959}"/>
              </a:ext>
            </a:extLst>
          </p:cNvPr>
          <p:cNvSpPr txBox="1"/>
          <p:nvPr/>
        </p:nvSpPr>
        <p:spPr>
          <a:xfrm>
            <a:off x="4179669" y="6329008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DF4A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CN" altLang="en-US" sz="3200" dirty="0">
              <a:solidFill>
                <a:srgbClr val="DF4A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C477A4-F257-23C7-65A0-350A09A9A094}"/>
              </a:ext>
            </a:extLst>
          </p:cNvPr>
          <p:cNvSpPr txBox="1"/>
          <p:nvPr/>
        </p:nvSpPr>
        <p:spPr>
          <a:xfrm>
            <a:off x="6722720" y="5155817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DF4A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CN" altLang="en-US" sz="3200" dirty="0">
              <a:solidFill>
                <a:srgbClr val="DF4A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94AA93-DD41-8E18-F195-75E7D3D0FF37}"/>
              </a:ext>
            </a:extLst>
          </p:cNvPr>
          <p:cNvSpPr txBox="1"/>
          <p:nvPr/>
        </p:nvSpPr>
        <p:spPr>
          <a:xfrm>
            <a:off x="6602494" y="5744233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DF4A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3200" dirty="0">
              <a:solidFill>
                <a:srgbClr val="DF4A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D873F3-F6E4-6D3A-F11B-A49326B86CF8}"/>
              </a:ext>
            </a:extLst>
          </p:cNvPr>
          <p:cNvSpPr txBox="1"/>
          <p:nvPr/>
        </p:nvSpPr>
        <p:spPr>
          <a:xfrm>
            <a:off x="9647618" y="5522822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DF4A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3200" dirty="0">
              <a:solidFill>
                <a:srgbClr val="DF4A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1427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1576</TotalTime>
  <Words>12</Words>
  <Application>Microsoft Office PowerPoint</Application>
  <PresentationFormat>宽屏</PresentationFormat>
  <Paragraphs>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Prokyon</cp:lastModifiedBy>
  <cp:revision>2</cp:revision>
  <dcterms:created xsi:type="dcterms:W3CDTF">2025-09-28T11:24:00Z</dcterms:created>
  <dcterms:modified xsi:type="dcterms:W3CDTF">2026-08-29T13:29:48Z</dcterms:modified>
</cp:coreProperties>
</file>